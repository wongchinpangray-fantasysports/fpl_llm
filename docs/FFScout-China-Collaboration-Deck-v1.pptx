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C2E"/>
                </a:solidFill>
                <a:latin typeface="Calibri"/>
              </a:rPr>
              <a:t>FPL in China × Fantasy Football Scout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B6E4F"/>
                </a:solidFill>
                <a:latin typeface="Calibri"/>
              </a:rPr>
              <a:t>Collaboration conversation — FALEAGUE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Presenter: Ray Wong · FALEAGUE AI / Faleague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Product: faleague-ai.com  ·  Sister: faleague.cn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Tone: complementary · evidence-led · no vanity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1/14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How we’ll use this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≈20–25 min +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Lead with mutual fit — not a product tour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Be explicit: what is built &amp; live vs hypothesised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No invented China FPL headcount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This is v1 — after the survey, we revise into a v2 evidence deck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Ask: comfort with survey-first, then return with proof — not a big-bang JV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Leave half the call for your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2/14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1 · Why we’re talking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Opening the China FPL opportunity —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Fantasy Football Scout is the category authority for serious FPL managers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We built a live bilingual FPL product with China-native distribution (中文 + WeChat)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This is not “please promote us” — it’s: does a China channel create value for Scout?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What would a light, reversible collaboration look like?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754880"/>
            <a:ext cx="10789920" cy="100584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C2E"/>
                </a:solidFill>
                <a:latin typeface="Calibri"/>
              </a:rPr>
              <a:t>One line: Scout owns trust and depth. We own China access and product distribution. The overlap is the opportunity.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3/14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2 · The market (realistic framing)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Global FPL ~11.5M managers in 2024/25 (order of magnitude)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English content saturates the serious segment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China fantasy sports industry is large &amp; growing — this is NOT FPL China revenue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FPL-specific China headcount is under-published — we will not invent a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What we know operationally: Chinese managers need language, timezone, and WeChat-native habits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UK Twitter / Discord tools do not fully serve that habit loop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Honest gap: trusted Chinese-language research + tools + distribution is thin vs the English ecosystem Scout leads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4/14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3 · The China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Observed behaviour — say this clearly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Chinese FPLers commonly pull recommendations from overseas FPL creators &amp; sites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Local creators / fans often translate or rewrite that content onto 小红书 (XHS), WeChat, Douyin, Bilibili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China already consumes Scout-ecosystem signal — often with informal translation and weak attribution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Strategic question: stay unofficial &amp; uncontrolled, or become an attributed, quality-controlled China channel?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Entering China cold is expensive; partnering is lower risk — and a brand-protection move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Need: Chinese GW prep · bilingual tools · WeChat/XHS habit loop · a partner who won’t dilute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5/14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4 · Who we are / 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FALEAGUE AI — AI analyst for FPL, expanding into a football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Live: https://www.faleague-ai.com (EN + ZH)  ·  Sister: faleague.cn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Real stack: Next.js + Supabase + Gemini tool-use · deterministic TS optimisers + LLM narration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FPL Insights (free + Insights Pro path) · World Cup hub · news / daily briefing · Mini 5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WeChat 小程序 shell + automated daily Chinese cards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Credibility: our WeChat digests already cite Fantasy Football Scout — amplifying signal into Chinese feeds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6/14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5 · Product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Show live — 3 minutes, not more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/zh/fpl/insights — research tables from live FPL data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Free live: Pre-season · Best of Position · Set-pieces · DefCon · Fixture swing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Premium path: Transfers · Differentials · Prices · xG/xA gap · xP accuracy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/zh/chat — AI grounded in tools + Entry ID (not freeform hallucination)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WeChat artefact — daily card / Best-of-Position hook with deep links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Positioning: we are NOT claiming Opta parity — China-facing product + distribution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7/14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6 · Marketing plan &amp;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North star: Chinese-speaking FPL habit loop → light monetisation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6E4F"/>
                </a:solidFill>
                <a:latin typeface="Calibri"/>
              </a:rPr>
              <a:t>Focus 1 · WeChat-first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Daily Chinese digests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Best of Position hooks → Insights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GW1 drafts in Beijing time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Mini program re-entry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37160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6E4F"/>
                </a:solidFill>
                <a:latin typeface="Calibri"/>
              </a:rPr>
              <a:t>Focus 2 · Product 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874519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Entry ID → planner / captain / transfers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Insights = research desk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AI chat = analyst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Free core strong; Pro for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137160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6E4F"/>
                </a:solidFill>
                <a:latin typeface="Calibri"/>
              </a:rPr>
              <a:t>Focus 3 · Content flywheel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874519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Authorised attributed packaging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Meet managers on WeChat + XHS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Protect Scout brand equity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Measure CTR / binds / returns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5C6773"/>
                </a:solidFill>
                <a:latin typeface="Calibri"/>
              </a:rPr>
              <a:t>Not doing: compete for Scout UK membership · invent China user millions · heavy ads before WeChat retention proves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8/14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7 · Business potential (China × tools)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Keep this sober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703320" cy="457200"/>
          </a:xfrm>
          <a:prstGeom prst="rect">
            <a:avLst/>
          </a:prstGeom>
          <a:solidFill>
            <a:srgbClr val="0F1C2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417320"/>
            <a:ext cx="3703320" cy="457200"/>
          </a:xfrm>
          <a:prstGeom prst="rect">
            <a:avLst/>
          </a:prstGeom>
          <a:solidFill>
            <a:srgbClr val="0F1C2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Near-term (this season)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417320"/>
            <a:ext cx="3703320" cy="457200"/>
          </a:xfrm>
          <a:prstGeom prst="rect">
            <a:avLst/>
          </a:prstGeom>
          <a:solidFill>
            <a:srgbClr val="0F1C2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Medium-term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37033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Audience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7033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Chinese FPL managers via WeChat + faleague.cn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920240"/>
            <a:ext cx="37033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Broader Greater China PL fans entering FPL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23160"/>
            <a:ext cx="3703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423160"/>
            <a:ext cx="3703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Free Insights + AI hub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2423160"/>
            <a:ext cx="3703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Insights Pro + sponsored Insights slots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26080"/>
            <a:ext cx="37033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Brand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926080"/>
            <a:ext cx="37033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Faleague as China FPL hub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926080"/>
            <a:ext cx="37033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Co-branded Scout × Faleague trust signal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29000"/>
            <a:ext cx="3703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Scout upside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429000"/>
            <a:ext cx="3703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Incremental reach + brand presence in CN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429000"/>
            <a:ext cx="3703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Membership / licensing / co-products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B6E4F"/>
                </a:solidFill>
                <a:latin typeface="Calibri"/>
              </a:rPr>
              <a:t>Monetisation honesty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Billing plumbing exists; premium enforcement is soft while habit grows. China may also mean sponsorship + membership referral — not only SaaS.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9/14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8 · Collaboration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Present as a menu — pick 1–2 to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A. Content &amp; attribution (lightest) — Scout-approved Chinese WeChat/XHS cards with clear source + link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B. Co-branded China Insights — Scout editorial + our bilingual UI; Scout keeps brand control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C. Membership funnel experiment — soft CTA to Scout membership; unique links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D. Joint research — bilingual unbranded survey → revise this deck to v2 with evidence → optional co-branded report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Recommended: D first (or A + D) — survey → evidence deck → then scale content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10/14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9 · What we’ve learned building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Founder credibility — not tech vanity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Optimisers first, LLM second — rankings must be deterministic; AI explains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China is a distribution problem before a model problem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Trust travels with attribution — packaging + language is the unlock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Hub &gt; single feature — Insights + chat + Entry ID + daily card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We’re early on measured growth — product live; survey + pilot produce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11/14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10 · Proposed 90-day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55680" cy="566928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Week 1–3  ·  Field bilingual unbranded survey (pilot 30–50 → 200–500+)  →  Clean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11155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Week 3–5  ·  Analyse China vs RoW; revise this deck to v2 with survey evidence  →  Evidence pack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06039"/>
            <a:ext cx="11155680" cy="566928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Week 5–6  ·  Share v2 with Scout; align brand/attribution if interest holds  →  Written one-pager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46120"/>
            <a:ext cx="11155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Week 6–9  ·  Optional: WeChat/XHS pilot cards with Scout attribution + unique links  →  CTR / deep-link opens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886200"/>
            <a:ext cx="11155680" cy="566928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Week 9–12  ·  Go / no-go on co-branded Insights asset + membership interest  →  Qualitative + link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C2E"/>
                </a:solidFill>
                <a:latin typeface="Calibri"/>
              </a:rPr>
              <a:t>Ask (v1 call): comfort with us fielding the unbranded survey and returning with a v2 evidence deck — plus a point of contact for early sight of the instrument.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12/14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11 · Discussion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Is China a strategic priority for Scout in the next 12–24 months, or opportunistic?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What must never be localised / scraped / paraphrased without editorial control?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Prefer brand reach only, or also a commercial path (membership / licensing)?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Would a joint survey / report be useful to Scout’s audience as well?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Who would own the pilot internally if we proceed?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13/14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12 ·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Scout = trust + depth in FPL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FALEAGUE = live bilingual product + WeChat China distribution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Ask = reversible 90-day content + research pilot — not a big-bang JV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B6E4F"/>
                </a:solidFill>
                <a:latin typeface="Calibri"/>
              </a:rPr>
              <a:t>Leave-behind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1) This deck (v1)   2) Live demo links   3) Unbranded FPLer survey (Excel — ¥ pricing)   → then v2 evidence deck after results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C6773"/>
                </a:solidFill>
                <a:latin typeface="Calibri"/>
              </a:rPr>
              <a:t>Intro line: I’ve built a live bilingual FPL product with WeChat distribution — I’d like to field an unbranded survey and return with evidence for a small attributed pilot.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14/14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